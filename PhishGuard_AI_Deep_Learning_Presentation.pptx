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74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PhishGuard AI</a:t>
            </a:r>
          </a:p>
          <a:p>
            <a:pPr>
              <a:defRPr sz="2300">
                <a:solidFill>
                  <a:srgbClr val="2F80ED"/>
                </a:solidFill>
              </a:defRPr>
            </a:pPr>
            <a:r>
              <a:t>Deep Learning Based Phishing URL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71800"/>
            <a:ext cx="3291840" cy="16002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136392"/>
            <a:ext cx="288950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Aayush Kumar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2410030011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971800"/>
            <a:ext cx="3291840" cy="16002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36007" y="3136392"/>
            <a:ext cx="288950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Abhinash Kumar Jha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2410030530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971800"/>
            <a:ext cx="3291840" cy="16002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47888" y="3136392"/>
            <a:ext cx="2889504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Kaushal Kumar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2410030456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Team PhishGuard • PBL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47472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2980944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The Threat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Phishing websites imitate trusted services to steal credentials and sensitive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47472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0288" y="1719072"/>
            <a:ext cx="2980944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The Challenge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Static blacklists may miss newly created or modified phishing URLs.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347472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47888" y="1719072"/>
            <a:ext cx="2980944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Our Approach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PhishGuard AI learns URL patterns using a deep-learning classifier.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Aayush Kumar • 2410030011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02336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73351"/>
            <a:ext cx="4718303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Problem Statement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Automatically determine whether an input URL is legitimate or phishing, using measurable URL characteristics and a trained deep-learning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120640" cy="402336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3368" y="1673351"/>
            <a:ext cx="4718303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Objectives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• Extract URL features</a:t>
            </a:r>
            <a:br/>
            <a:r>
              <a:t>• Preprocess labeled data</a:t>
            </a:r>
            <a:br/>
            <a:r>
              <a:t>• Train a neural-network classifier</a:t>
            </a:r>
            <a:br/>
            <a:r>
              <a:t>• Predict phishing risk</a:t>
            </a:r>
            <a:br/>
            <a:r>
              <a:t>• Support faster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Aayush Kumar • 2410030011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Proposed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615440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2926080"/>
            <a:ext cx="1469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URL 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6960" y="3200400"/>
            <a:ext cx="201168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48128" y="2743200"/>
            <a:ext cx="1615440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21280" y="2926080"/>
            <a:ext cx="1469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Feature Extraction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3567" y="3200400"/>
            <a:ext cx="201168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4736" y="2743200"/>
            <a:ext cx="1615440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7888" y="2926080"/>
            <a:ext cx="1469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Preprocessing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0176" y="3200400"/>
            <a:ext cx="201168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81344" y="2743200"/>
            <a:ext cx="1615440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2926080"/>
            <a:ext cx="1469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Deep Learning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96784" y="3200400"/>
            <a:ext cx="201168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97951" y="2743200"/>
            <a:ext cx="1615440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1104" y="2926080"/>
            <a:ext cx="1469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Classification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13391" y="3200400"/>
            <a:ext cx="201169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14560" y="2743200"/>
            <a:ext cx="1615440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87712" y="2926080"/>
            <a:ext cx="1469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Legitimate / Phishing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The pipeline converts a raw URL into numerical features, processes them, and passes them through a trained classifier.</a:t>
            </a:r>
          </a:p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The final output is a binary prediction: legitimate or phishing.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Abhinash Kumar Jha • 2410030530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Deep Learning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978761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2926080"/>
            <a:ext cx="18324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Input Features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10281" y="3200400"/>
            <a:ext cx="201168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11449" y="2743200"/>
            <a:ext cx="1978761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84601" y="2926080"/>
            <a:ext cx="18324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Dense + ReLU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90211" y="3200400"/>
            <a:ext cx="201168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91379" y="2743200"/>
            <a:ext cx="1978761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4531" y="2926080"/>
            <a:ext cx="18324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Dense + ReLU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70140" y="3200400"/>
            <a:ext cx="201168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71308" y="2743200"/>
            <a:ext cx="1978761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44460" y="2926080"/>
            <a:ext cx="18324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Dropout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50070" y="3200400"/>
            <a:ext cx="201168" cy="0"/>
          </a:xfrm>
          <a:prstGeom prst="line">
            <a:avLst/>
          </a:prstGeom>
          <a:ln w="2540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51238" y="2743200"/>
            <a:ext cx="1978761" cy="9144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24390" y="2926080"/>
            <a:ext cx="18324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1220"/>
                </a:solidFill>
              </a:defRPr>
            </a:pPr>
            <a:r>
              <a:t>Sigmoid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ReLU introduces non-linearity; Dropout helps reduce overfitting.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Sigmoid produces a probability for binary classification.</a:t>
            </a:r>
          </a:p>
          <a:p>
            <a:pPr>
              <a:spcAft>
                <a:spcPts val="1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Training can use binary cross-entropy loss, backpropagation, and the Adam optimizer.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Abhinash Kumar Jha • 2410030530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URL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78308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02666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URL Length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Unusually long URLs can indicate obfuscation.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429000" cy="178308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36008" y="1581912"/>
            <a:ext cx="302666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IP Address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Direct-IP URLs can be suspicious.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429000" cy="178308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30768" y="1581912"/>
            <a:ext cx="302666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Special Characters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Abnormal symbol patterns can indicate manipulation.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3429000" cy="178308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3730752"/>
            <a:ext cx="302666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Subdomains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Excessive or misleading subdomains can be risky.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566160"/>
            <a:ext cx="3429000" cy="178308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3730752"/>
            <a:ext cx="302666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HTTPS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Checks whether secure transport is 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566160"/>
            <a:ext cx="3429000" cy="178308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3730752"/>
            <a:ext cx="302666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Keywords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Words such as login, verify, or update may be suspicious.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Abhinash Kumar Jha • 2410030530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Training &amp;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38862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73351"/>
            <a:ext cx="4809744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Training Process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• Use labeled phishing and legitimate URLs</a:t>
            </a:r>
            <a:br/>
            <a:r>
              <a:t>• Split data into training and test sets</a:t>
            </a:r>
            <a:br/>
            <a:r>
              <a:t>• Normalize/encode features as required</a:t>
            </a:r>
            <a:br/>
            <a:r>
              <a:t>• Train the neural network</a:t>
            </a:r>
            <a:br/>
            <a:r>
              <a:t>• Validate on unseen URLs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388620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9088" y="1673351"/>
            <a:ext cx="4809744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Evaluation Criteria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Accuracy</a:t>
            </a:r>
            <a:br/>
            <a:r>
              <a:t>Precision</a:t>
            </a:r>
            <a:br/>
            <a:r>
              <a:t>Recall</a:t>
            </a:r>
            <a:br/>
            <a:r>
              <a:t>F1-Score</a:t>
            </a:r>
            <a:br/>
            <a:r>
              <a:t>Confusion Matrix</a:t>
            </a:r>
            <a:br/>
            <a:br/>
            <a:r>
              <a:t>Actual metric values should be inserted after model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Kaushal Kumar • 2410030456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Applications, Advantages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48056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11810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Applications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Browser protection</a:t>
            </a:r>
            <a:br/>
            <a:r>
              <a:t>Email/link scanning</a:t>
            </a:r>
            <a:br/>
            <a:r>
              <a:t>Enterprise security</a:t>
            </a:r>
            <a:br/>
            <a:r>
              <a:t>SOC support</a:t>
            </a:r>
            <a:br/>
            <a:r>
              <a:t>Online fraud prevention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20440" cy="448056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44568" y="1581912"/>
            <a:ext cx="311810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Advantages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Automated detection</a:t>
            </a:r>
            <a:br/>
            <a:r>
              <a:t>Fast prediction</a:t>
            </a:r>
            <a:br/>
            <a:r>
              <a:t>Scalable</a:t>
            </a:r>
            <a:br/>
            <a:r>
              <a:t>Learns URL patterns</a:t>
            </a:r>
            <a:br/>
            <a:r>
              <a:t>Less dependence on static blacklists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520440" cy="448056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47888" y="1581912"/>
            <a:ext cx="3118104" cy="415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Future Scope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Browser extension</a:t>
            </a:r>
            <a:br/>
            <a:r>
              <a:t>Webpage/NLP analysis</a:t>
            </a:r>
            <a:br/>
            <a:r>
              <a:t>Transformer-based URL models</a:t>
            </a:r>
            <a:br/>
            <a:r>
              <a:t>Continuous learning</a:t>
            </a:r>
            <a:br/>
            <a:r>
              <a:t>SIEM/SOC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Kaushal Kumar • 2410030456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65960"/>
            <a:ext cx="10241280" cy="2651760"/>
          </a:xfrm>
          <a:prstGeom prst="roundRect">
            <a:avLst/>
          </a:prstGeom>
          <a:solidFill>
            <a:srgbClr val="EAF2FF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" y="2130552"/>
            <a:ext cx="9838944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220"/>
                </a:solidFill>
                <a:latin typeface="Aptos Display"/>
              </a:defRPr>
            </a:pPr>
            <a:r>
              <a:t>Key Takeaway</a:t>
            </a:r>
          </a:p>
          <a:p>
            <a:pPr>
              <a:defRPr sz="1400">
                <a:solidFill>
                  <a:srgbClr val="374151"/>
                </a:solidFill>
                <a:latin typeface="Aptos"/>
              </a:defRPr>
            </a:pPr>
            <a:r>
              <a:t>PhishGuard AI applies deep learning to phishing URL detection by extracting URL characteristics and classifying suspicious links. It demonstrates a practical intersection of deep learning and cybersecurity.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F80ED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D7"/>
                </a:solidFill>
                <a:latin typeface="Aptos"/>
              </a:defRPr>
            </a:pPr>
            <a:r>
              <a:t>Presented by Kaushal Kumar • 2410030456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487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Abhinash Jha</dc:creator>
  <cp:keywords/>
  <dc:description>generated using python-pptx</dc:description>
  <cp:lastModifiedBy>Abhinash jha</cp:lastModifiedBy>
  <cp:revision>2</cp:revision>
  <dcterms:created xsi:type="dcterms:W3CDTF">2013-01-27T09:14:16Z</dcterms:created>
  <dcterms:modified xsi:type="dcterms:W3CDTF">2026-10-07T09:11:03Z</dcterms:modified>
  <cp:category/>
</cp:coreProperties>
</file>